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aleway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aleway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aleway-italic.fntdata"/><Relationship Id="rId12" Type="http://schemas.openxmlformats.org/officeDocument/2006/relationships/slide" Target="slides/slide6.xml"/><Relationship Id="rId34" Type="http://schemas.openxmlformats.org/officeDocument/2006/relationships/font" Target="fonts/Raleway-bold.fntdata"/><Relationship Id="rId15" Type="http://schemas.openxmlformats.org/officeDocument/2006/relationships/slide" Target="slides/slide9.xml"/><Relationship Id="rId37" Type="http://schemas.openxmlformats.org/officeDocument/2006/relationships/font" Target="fonts/Lato-regular.fntdata"/><Relationship Id="rId14" Type="http://schemas.openxmlformats.org/officeDocument/2006/relationships/slide" Target="slides/slide8.xml"/><Relationship Id="rId36" Type="http://schemas.openxmlformats.org/officeDocument/2006/relationships/font" Target="fonts/Raleway-boldItalic.fntdata"/><Relationship Id="rId17" Type="http://schemas.openxmlformats.org/officeDocument/2006/relationships/slide" Target="slides/slide11.xml"/><Relationship Id="rId39" Type="http://schemas.openxmlformats.org/officeDocument/2006/relationships/font" Target="fonts/Lato-italic.fntdata"/><Relationship Id="rId16" Type="http://schemas.openxmlformats.org/officeDocument/2006/relationships/slide" Target="slides/slide10.xml"/><Relationship Id="rId38" Type="http://schemas.openxmlformats.org/officeDocument/2006/relationships/font" Target="fonts/Lat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5da49b9def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5da49b9def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5da49b9def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5da49b9de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5da49b9def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5da49b9def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5da49b9def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5da49b9def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5da49b9def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5da49b9def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5da49b9def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5da49b9def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5da49b9def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5da49b9def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5da49b9def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5da49b9def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5da49b9def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5da49b9def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5da49b9def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5da49b9def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5da49b9def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5da49b9def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5da49b9def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5da49b9de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5da49b9def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5da49b9def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5da49b9def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5da49b9def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5da49b9def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5da49b9def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5da49b9def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5da49b9def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5da49b9def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5da49b9def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5da49b9def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5da49b9def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5da49b9def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5da49b9def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5da49b9def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5da49b9def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5da49b9def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5da49b9def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5da49b9def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5da49b9def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5da49b9def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5da49b9def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5da49b9def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5da49b9def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5da49b9def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5da49b9def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facebook.com/ProgrammerZamanNow" TargetMode="External"/><Relationship Id="rId5" Type="http://schemas.openxmlformats.org/officeDocument/2006/relationships/hyperlink" Target="https://www.instagram.com/programmerzamannow" TargetMode="External"/><Relationship Id="rId6" Type="http://schemas.openxmlformats.org/officeDocument/2006/relationships/hyperlink" Target="https://www.youtube.com/c/ProgrammerZamanNow" TargetMode="External"/><Relationship Id="rId7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Database Design :</a:t>
            </a:r>
            <a:br>
              <a:rPr lang="id"/>
            </a:br>
            <a:r>
              <a:rPr lang="id"/>
              <a:t>Notification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6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12+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4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5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6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7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MySQL Database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Agenda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Studi Kasus Database Design dan Implementasinya untuk kasus Notification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</a:t>
            </a:r>
            <a:r>
              <a:rPr lang="id"/>
              <a:t>equirement Specification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Feature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fitur Notification yang bisa digunakan untuk melihat informasi untuk pengguna aplikasi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UI Design</a:t>
            </a:r>
            <a:endParaRPr/>
          </a:p>
        </p:txBody>
      </p:sp>
      <p:pic>
        <p:nvPicPr>
          <p:cNvPr id="206" name="Google Shape;206;p32"/>
          <p:cNvPicPr preferRelativeResize="0"/>
          <p:nvPr/>
        </p:nvPicPr>
        <p:blipFill rotWithShape="1">
          <a:blip r:embed="rId3">
            <a:alphaModFix/>
          </a:blip>
          <a:srcRect b="0" l="0" r="35367" t="0"/>
          <a:stretch/>
        </p:blipFill>
        <p:spPr>
          <a:xfrm>
            <a:off x="5106675" y="693725"/>
            <a:ext cx="3841875" cy="428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Feature : Inbox</a:t>
            </a:r>
            <a:endParaRPr/>
          </a:p>
        </p:txBody>
      </p:sp>
      <p:pic>
        <p:nvPicPr>
          <p:cNvPr id="212" name="Google Shape;212;p33"/>
          <p:cNvPicPr preferRelativeResize="0"/>
          <p:nvPr/>
        </p:nvPicPr>
        <p:blipFill rotWithShape="1">
          <a:blip r:embed="rId3">
            <a:alphaModFix/>
          </a:blip>
          <a:srcRect b="0" l="0" r="35367" t="0"/>
          <a:stretch/>
        </p:blipFill>
        <p:spPr>
          <a:xfrm>
            <a:off x="5106675" y="693725"/>
            <a:ext cx="3841875" cy="428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3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Inbox akan berisikan semua informasi notifikasi untuk pengguna</a:t>
            </a:r>
            <a:endParaRPr/>
          </a:p>
        </p:txBody>
      </p:sp>
      <p:sp>
        <p:nvSpPr>
          <p:cNvPr id="214" name="Google Shape;214;p33"/>
          <p:cNvSpPr/>
          <p:nvPr/>
        </p:nvSpPr>
        <p:spPr>
          <a:xfrm>
            <a:off x="5311675" y="1907275"/>
            <a:ext cx="2802900" cy="2955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Feature : Kategori</a:t>
            </a:r>
            <a:endParaRPr/>
          </a:p>
        </p:txBody>
      </p:sp>
      <p:pic>
        <p:nvPicPr>
          <p:cNvPr id="220" name="Google Shape;220;p34"/>
          <p:cNvPicPr preferRelativeResize="0"/>
          <p:nvPr/>
        </p:nvPicPr>
        <p:blipFill rotWithShape="1">
          <a:blip r:embed="rId3">
            <a:alphaModFix/>
          </a:blip>
          <a:srcRect b="0" l="0" r="35367" t="0"/>
          <a:stretch/>
        </p:blipFill>
        <p:spPr>
          <a:xfrm>
            <a:off x="5106675" y="693725"/>
            <a:ext cx="3841875" cy="428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Terdapat dua jenis kategori; Promo dan Info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Promo akan berisikan informasi promo yang akan di broadcast ke semua pengguna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Info akan berisikan informasi yang ditujukan untuk pengguna tersebut, misal status pembayaran atau pembelian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di kategori nya di klik, secara otomatis isi Inbox hanya berisikan kategori tersebut</a:t>
            </a:r>
            <a:endParaRPr/>
          </a:p>
        </p:txBody>
      </p:sp>
      <p:sp>
        <p:nvSpPr>
          <p:cNvPr id="222" name="Google Shape;222;p34"/>
          <p:cNvSpPr/>
          <p:nvPr/>
        </p:nvSpPr>
        <p:spPr>
          <a:xfrm>
            <a:off x="5171525" y="1318650"/>
            <a:ext cx="1779900" cy="535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Feature : Read/Unread</a:t>
            </a:r>
            <a:endParaRPr/>
          </a:p>
        </p:txBody>
      </p:sp>
      <p:pic>
        <p:nvPicPr>
          <p:cNvPr id="228" name="Google Shape;228;p35"/>
          <p:cNvPicPr preferRelativeResize="0"/>
          <p:nvPr/>
        </p:nvPicPr>
        <p:blipFill rotWithShape="1">
          <a:blip r:embed="rId3">
            <a:alphaModFix/>
          </a:blip>
          <a:srcRect b="0" l="0" r="35367" t="0"/>
          <a:stretch/>
        </p:blipFill>
        <p:spPr>
          <a:xfrm>
            <a:off x="5106675" y="693725"/>
            <a:ext cx="3841875" cy="428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Inbox harus bisa membedakan mana notifikasi yang sudah di read atau belum di read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Warna hijau menandakan notifikasi belum di read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Warna putih menandakan notifikasi sudah di read</a:t>
            </a:r>
            <a:endParaRPr/>
          </a:p>
        </p:txBody>
      </p:sp>
      <p:sp>
        <p:nvSpPr>
          <p:cNvPr id="230" name="Google Shape;230;p35"/>
          <p:cNvSpPr/>
          <p:nvPr/>
        </p:nvSpPr>
        <p:spPr>
          <a:xfrm>
            <a:off x="5234575" y="1886250"/>
            <a:ext cx="1779900" cy="3018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Feature : Jumlah Notifikasi</a:t>
            </a:r>
            <a:endParaRPr/>
          </a:p>
        </p:txBody>
      </p:sp>
      <p:pic>
        <p:nvPicPr>
          <p:cNvPr id="236" name="Google Shape;236;p36"/>
          <p:cNvPicPr preferRelativeResize="0"/>
          <p:nvPr/>
        </p:nvPicPr>
        <p:blipFill rotWithShape="1">
          <a:blip r:embed="rId3">
            <a:alphaModFix/>
          </a:blip>
          <a:srcRect b="0" l="0" r="35367" t="0"/>
          <a:stretch/>
        </p:blipFill>
        <p:spPr>
          <a:xfrm>
            <a:off x="5106675" y="693725"/>
            <a:ext cx="3841875" cy="428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Menu Notifikasi harus bisa menampilkan jumlah notifikasi yang belum dibaca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Ini agar men-trigger pengguna untuk membuka halaman Inbox notifikasi</a:t>
            </a:r>
            <a:endParaRPr/>
          </a:p>
        </p:txBody>
      </p:sp>
      <p:sp>
        <p:nvSpPr>
          <p:cNvPr id="238" name="Google Shape;238;p36"/>
          <p:cNvSpPr/>
          <p:nvPr/>
        </p:nvSpPr>
        <p:spPr>
          <a:xfrm>
            <a:off x="6257700" y="828125"/>
            <a:ext cx="1002000" cy="608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Persiapan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Persiapan</a:t>
            </a:r>
            <a:endParaRPr/>
          </a:p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database belajar_mysql_notification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User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User</a:t>
            </a:r>
            <a:endParaRPr/>
          </a:p>
        </p:txBody>
      </p:sp>
      <p:pic>
        <p:nvPicPr>
          <p:cNvPr id="260" name="Google Shape;260;p40"/>
          <p:cNvPicPr preferRelativeResize="0"/>
          <p:nvPr/>
        </p:nvPicPr>
        <p:blipFill rotWithShape="1">
          <a:blip r:embed="rId3">
            <a:alphaModFix/>
          </a:blip>
          <a:srcRect b="0" l="0" r="35367" t="0"/>
          <a:stretch/>
        </p:blipFill>
        <p:spPr>
          <a:xfrm>
            <a:off x="5106675" y="693725"/>
            <a:ext cx="3841875" cy="428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Inbox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Inbox</a:t>
            </a:r>
            <a:endParaRPr/>
          </a:p>
        </p:txBody>
      </p:sp>
      <p:pic>
        <p:nvPicPr>
          <p:cNvPr id="271" name="Google Shape;271;p42"/>
          <p:cNvPicPr preferRelativeResize="0"/>
          <p:nvPr/>
        </p:nvPicPr>
        <p:blipFill rotWithShape="1">
          <a:blip r:embed="rId3">
            <a:alphaModFix/>
          </a:blip>
          <a:srcRect b="0" l="0" r="35367" t="0"/>
          <a:stretch/>
        </p:blipFill>
        <p:spPr>
          <a:xfrm>
            <a:off x="5106675" y="693725"/>
            <a:ext cx="3841875" cy="428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</a:t>
            </a:r>
            <a:endParaRPr/>
          </a:p>
        </p:txBody>
      </p:sp>
      <p:pic>
        <p:nvPicPr>
          <p:cNvPr id="282" name="Google Shape;282;p44"/>
          <p:cNvPicPr preferRelativeResize="0"/>
          <p:nvPr/>
        </p:nvPicPr>
        <p:blipFill rotWithShape="1">
          <a:blip r:embed="rId3">
            <a:alphaModFix/>
          </a:blip>
          <a:srcRect b="0" l="0" r="35367" t="0"/>
          <a:stretch/>
        </p:blipFill>
        <p:spPr>
          <a:xfrm>
            <a:off x="5106675" y="693725"/>
            <a:ext cx="3841875" cy="428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Read dan Unread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Read dan Unread</a:t>
            </a:r>
            <a:endParaRPr/>
          </a:p>
        </p:txBody>
      </p:sp>
      <p:pic>
        <p:nvPicPr>
          <p:cNvPr id="293" name="Google Shape;293;p46"/>
          <p:cNvPicPr preferRelativeResize="0"/>
          <p:nvPr/>
        </p:nvPicPr>
        <p:blipFill rotWithShape="1">
          <a:blip r:embed="rId3">
            <a:alphaModFix/>
          </a:blip>
          <a:srcRect b="0" l="0" r="35367" t="0"/>
          <a:stretch/>
        </p:blipFill>
        <p:spPr>
          <a:xfrm>
            <a:off x="5106675" y="693725"/>
            <a:ext cx="3841875" cy="428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Counter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Counter</a:t>
            </a:r>
            <a:endParaRPr/>
          </a:p>
        </p:txBody>
      </p:sp>
      <p:pic>
        <p:nvPicPr>
          <p:cNvPr id="304" name="Google Shape;304;p48"/>
          <p:cNvPicPr preferRelativeResize="0"/>
          <p:nvPr/>
        </p:nvPicPr>
        <p:blipFill rotWithShape="1">
          <a:blip r:embed="rId3">
            <a:alphaModFix/>
          </a:blip>
          <a:srcRect b="0" l="0" r="35367" t="0"/>
          <a:stretch/>
        </p:blipFill>
        <p:spPr>
          <a:xfrm>
            <a:off x="5106675" y="693725"/>
            <a:ext cx="3841875" cy="428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315" name="Google Shape;315;p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Latihan Database Design lainnya, dari yang sederhana sampai yang kompleks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