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Raleway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.fntdata"/><Relationship Id="rId22" Type="http://schemas.openxmlformats.org/officeDocument/2006/relationships/font" Target="fonts/Raleway-boldItalic.fntdata"/><Relationship Id="rId21" Type="http://schemas.openxmlformats.org/officeDocument/2006/relationships/font" Target="fonts/Raleway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Raleway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d583269993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d583269993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d583269993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1d583269993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d583269993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1d583269993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1d583269993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1d583269993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d583269993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1d583269993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d583269993_0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1d583269993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d583269993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1d583269993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1d583269993_0_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1d583269993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d583269993_0_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1d583269993_0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1d583269993_0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1d583269993_0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1d583269993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1d583269993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8" name="Google Shape;88;p1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89" name="Google Shape;89;p1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" name="Google Shape;91;p14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3" name="Google Shape;93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1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96" name="Google Shape;96;p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2" name="Google Shape;102;p1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03" name="Google Shape;103;p1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" name="Google Shape;105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7" name="Google Shape;107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0" name="Google Shape;110;p1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11" name="Google Shape;111;p1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" name="Google Shape;113;p1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5" name="Google Shape;115;p17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6" name="Google Shape;116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9" name="Google Shape;119;p1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0" name="Google Shape;120;p1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1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3" name="Google Shape;123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6" name="Google Shape;126;p1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7" name="Google Shape;127;p1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9" name="Google Shape;129;p19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0" name="Google Shape;130;p19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1" name="Google Shape;131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2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34" name="Google Shape;134;p2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2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" name="Google Shape;136;p20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" name="Google Shape;137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0" name="Google Shape;140;p2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41" name="Google Shape;141;p2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2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" name="Google Shape;143;p21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4" name="Google Shape;144;p21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45" name="Google Shape;145;p21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6" name="Google Shape;146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9" name="Google Shape;149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23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52" name="Google Shape;152;p2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4" name="Google Shape;154;p23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5" name="Google Shape;155;p23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" name="Google Shape;156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t.me/khannedy" TargetMode="External"/><Relationship Id="rId4" Type="http://schemas.openxmlformats.org/officeDocument/2006/relationships/hyperlink" Target="https://facebook.com/ProgrammerZamanNow" TargetMode="External"/><Relationship Id="rId5" Type="http://schemas.openxmlformats.org/officeDocument/2006/relationships/hyperlink" Target="https://www.instagram.com/programmerzamannow" TargetMode="External"/><Relationship Id="rId6" Type="http://schemas.openxmlformats.org/officeDocument/2006/relationships/hyperlink" Target="https://www.youtube.com/c/ProgrammerZamanNow" TargetMode="External"/><Relationship Id="rId7" Type="http://schemas.openxmlformats.org/officeDocument/2006/relationships/hyperlink" Target="https://t.me/ProgrammerZamanNow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Database Design 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Multi Bahasa</a:t>
            </a:r>
            <a:endParaRPr/>
          </a:p>
        </p:txBody>
      </p:sp>
      <p:sp>
        <p:nvSpPr>
          <p:cNvPr id="164" name="Google Shape;164;p25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Eko Kurniawan Khannedy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6"/>
          <p:cNvPicPr preferRelativeResize="0"/>
          <p:nvPr/>
        </p:nvPicPr>
        <p:blipFill rotWithShape="1">
          <a:blip r:embed="rId3">
            <a:alphaModFix/>
          </a:blip>
          <a:srcRect b="0" l="0" r="0" t="23716"/>
          <a:stretch/>
        </p:blipFill>
        <p:spPr>
          <a:xfrm>
            <a:off x="1800" y="487410"/>
            <a:ext cx="9144003" cy="465609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rgbClr val="FFFFFF"/>
                </a:solidFill>
              </a:rPr>
              <a:t>Eko Kurniawan Khannedy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71" name="Google Shape;171;p26"/>
          <p:cNvSpPr txBox="1"/>
          <p:nvPr>
            <p:ph idx="1" type="body"/>
          </p:nvPr>
        </p:nvSpPr>
        <p:spPr>
          <a:xfrm>
            <a:off x="729450" y="2078875"/>
            <a:ext cx="5366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Technical architect at one of the biggest ecommerce company in Indonesia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12+ years experiences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www.programmerzamannow.com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youtube.com/c/ProgrammerZamanNow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Eko Kurniawan Khannedy</a:t>
            </a:r>
            <a:endParaRPr/>
          </a:p>
        </p:txBody>
      </p:sp>
      <p:sp>
        <p:nvSpPr>
          <p:cNvPr id="177" name="Google Shape;177;p2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Telegram : </a:t>
            </a:r>
            <a:r>
              <a:rPr lang="id" u="sng">
                <a:solidFill>
                  <a:schemeClr val="hlink"/>
                </a:solidFill>
                <a:hlinkClick r:id="rId3"/>
              </a:rPr>
              <a:t>@khannedy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Facebook : </a:t>
            </a:r>
            <a:r>
              <a:rPr lang="id" u="sng">
                <a:solidFill>
                  <a:schemeClr val="hlink"/>
                </a:solidFill>
                <a:hlinkClick r:id="rId4"/>
              </a:rPr>
              <a:t>fb.com/ProgrammerZamanNow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Instagram : </a:t>
            </a:r>
            <a:r>
              <a:rPr lang="id" u="sng">
                <a:solidFill>
                  <a:schemeClr val="hlink"/>
                </a:solidFill>
                <a:hlinkClick r:id="rId5"/>
              </a:rPr>
              <a:t>instagram.com/programmerzamannow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Youtube : </a:t>
            </a:r>
            <a:r>
              <a:rPr lang="id" u="sng">
                <a:solidFill>
                  <a:schemeClr val="hlink"/>
                </a:solidFill>
                <a:hlinkClick r:id="rId6"/>
              </a:rPr>
              <a:t>youtube.com/c/ProgrammerZamanNow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Telegram Channel : </a:t>
            </a:r>
            <a:r>
              <a:rPr lang="id" u="sng">
                <a:solidFill>
                  <a:schemeClr val="hlink"/>
                </a:solidFill>
                <a:hlinkClick r:id="rId7"/>
              </a:rPr>
              <a:t>t.me/ProgrammerZamanNow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Email : echo.khannedy@gmail.com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Sebelum Belajar</a:t>
            </a:r>
            <a:endParaRPr/>
          </a:p>
        </p:txBody>
      </p:sp>
      <p:sp>
        <p:nvSpPr>
          <p:cNvPr id="183" name="Google Shape;183;p2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MySQL Database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Agenda</a:t>
            </a:r>
            <a:endParaRPr/>
          </a:p>
        </p:txBody>
      </p:sp>
      <p:sp>
        <p:nvSpPr>
          <p:cNvPr id="189" name="Google Shape;189;p2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id"/>
              <a:t>Studi Kasus Database Design dan Implementasinya untuk kasus Multi Bahasa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Requirement Specification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Feature</a:t>
            </a:r>
            <a:endParaRPr/>
          </a:p>
        </p:txBody>
      </p:sp>
      <p:sp>
        <p:nvSpPr>
          <p:cNvPr id="200" name="Google Shape;200;p3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Membuat Category yang mendukung multi bahasa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UI Design</a:t>
            </a:r>
            <a:endParaRPr/>
          </a:p>
        </p:txBody>
      </p:sp>
      <p:pic>
        <p:nvPicPr>
          <p:cNvPr id="206" name="Google Shape;206;p32"/>
          <p:cNvPicPr preferRelativeResize="0"/>
          <p:nvPr/>
        </p:nvPicPr>
        <p:blipFill rotWithShape="1">
          <a:blip r:embed="rId3">
            <a:alphaModFix/>
          </a:blip>
          <a:srcRect b="0" l="0" r="0" t="9024"/>
          <a:stretch/>
        </p:blipFill>
        <p:spPr>
          <a:xfrm>
            <a:off x="3267075" y="672725"/>
            <a:ext cx="2609850" cy="426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Table Schema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Implementasi SQL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Materi Selanjutnya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Materi Selanjutnya</a:t>
            </a:r>
            <a:endParaRPr/>
          </a:p>
        </p:txBody>
      </p:sp>
      <p:sp>
        <p:nvSpPr>
          <p:cNvPr id="227" name="Google Shape;227;p3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Latihan Database Design lainnya, dari yang sederhana sampai yang kompleks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